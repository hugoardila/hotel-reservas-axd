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90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reservas de hoteles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49840" y="6537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Mockup inicial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Mockup inicial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71907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de reservas de hoteles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04088" y="235915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C93"/>
                </a:solidFill>
              </a:rPr>
              <a:t>Idea visual planteada antes de empezar a programar la solución.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EEF5FF"/>
          </a:solidFill>
          <a:ln w="12700">
            <a:solidFill>
              <a:srgbClr val="BFD8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493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Objetivo del mockup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785616"/>
            <a:ext cx="4069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B53"/>
                </a:solidFill>
              </a:rPr>
              <a:t>Visualizar de forma sencilla cómo el usuario podría buscar una habitación y revisar la disponibilidad y el valor estimado.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1234440"/>
            <a:ext cx="4709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25400" dist="50800" dir="2700000" algn="bl" rotWithShape="0">
              <a:srgbClr val="BCC7D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234440"/>
            <a:ext cx="4709160" cy="42062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137160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1371600"/>
            <a:ext cx="91440" cy="91440"/>
          </a:xfrm>
          <a:prstGeom prst="ellipse">
            <a:avLst/>
          </a:prstGeom>
          <a:solidFill>
            <a:srgbClr val="FEBB2E"/>
          </a:solidFill>
          <a:ln w="12700">
            <a:solidFill>
              <a:srgbClr val="FEBB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04888" y="137160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325880"/>
            <a:ext cx="278892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367028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</a:rPr>
              <a:t>hotel.tecnoxpert.com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95160" y="2020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Buscar disponibilidad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24597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Sede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95160" y="2642616"/>
            <a:ext cx="1645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4888" y="2770632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Bogotá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24597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Tipo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78240" y="2642616"/>
            <a:ext cx="1645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87968" y="2770632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Premium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95160" y="3273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Entrada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95160" y="3456432"/>
            <a:ext cx="1645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4888" y="3584448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20/09/2026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0" y="32735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Salida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778240" y="3456432"/>
            <a:ext cx="1645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7968" y="3584448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22/09/2026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95160" y="4087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Personas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95160" y="4270248"/>
            <a:ext cx="16459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4398264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778240" y="4270248"/>
            <a:ext cx="1645920" cy="420624"/>
          </a:xfrm>
          <a:prstGeom prst="roundRect">
            <a:avLst>
              <a:gd name="adj" fmla="val 8696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4389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Consultar</a:t>
            </a:r>
            <a:endParaRPr lang="en-US" sz="11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 principal de búsqueda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1440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era que el usuario pudiera hacer la consulta sin tener que navegar por varias pantallas.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25400" dist="50800" dir="2700000" algn="bl" rotWithShape="0">
              <a:srgbClr val="BCC7D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10835640" cy="42062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5544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554480"/>
            <a:ext cx="91440" cy="91440"/>
          </a:xfrm>
          <a:prstGeom prst="ellipse">
            <a:avLst/>
          </a:prstGeom>
          <a:solidFill>
            <a:srgbClr val="FEBB2E"/>
          </a:solidFill>
          <a:ln w="12700">
            <a:solidFill>
              <a:srgbClr val="FEBB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5544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508760"/>
            <a:ext cx="89154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549908"/>
            <a:ext cx="8641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</a:rPr>
              <a:t>hotel.tecnoxpert.com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130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Buscar habitación disponible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4963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93"/>
                </a:solidFill>
              </a:rPr>
              <a:t>Completa los datos de tu viaje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30266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Sede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43000" y="320954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3337560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Bogotá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30266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Tipo de habitación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31920" y="320954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3337560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Premium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20840" y="30266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Número de personas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3209544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3337560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39684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Fecha de entrada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143000" y="4151376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2728" y="4279392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20/09/2026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0" y="39684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</a:rPr>
              <a:t>Fecha de salida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31920" y="4151376"/>
            <a:ext cx="23317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4279392"/>
            <a:ext cx="2112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22/09/2026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20840" y="4151376"/>
            <a:ext cx="2331720" cy="438912"/>
          </a:xfrm>
          <a:prstGeom prst="roundRect">
            <a:avLst>
              <a:gd name="adj" fmla="val 833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2793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Consultar disponibilidad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43000" y="4965192"/>
            <a:ext cx="7909560" cy="658368"/>
          </a:xfrm>
          <a:prstGeom prst="roundRect">
            <a:avLst>
              <a:gd name="adj" fmla="val 5556"/>
            </a:avLst>
          </a:prstGeom>
          <a:solidFill>
            <a:srgbClr val="F9FBFD"/>
          </a:solidFill>
          <a:ln w="11430">
            <a:solidFill>
              <a:srgbClr val="D7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51846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93"/>
                </a:solidFill>
              </a:rPr>
              <a:t>Aquí aparecerían los resultados de la consulta.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de disponibilidad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1440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consultar, el usuario podría ver de forma rápida si hay habitaciones y cuánto costaría la estadía.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835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25400" dist="50800" dir="2700000" algn="bl" rotWithShape="0">
              <a:srgbClr val="BCC7D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89888"/>
            <a:ext cx="10835640" cy="420624"/>
          </a:xfrm>
          <a:prstGeom prst="rect">
            <a:avLst/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5270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527048"/>
            <a:ext cx="91440" cy="91440"/>
          </a:xfrm>
          <a:prstGeom prst="ellipse">
            <a:avLst/>
          </a:prstGeom>
          <a:solidFill>
            <a:srgbClr val="FEBB2E"/>
          </a:solidFill>
          <a:ln w="12700">
            <a:solidFill>
              <a:srgbClr val="FEBB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5270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481328"/>
            <a:ext cx="89154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522476"/>
            <a:ext cx="8641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</a:rPr>
              <a:t>hotel.tecnoxpert.com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2103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Resultado de la consulta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47802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C93"/>
                </a:solidFill>
              </a:rPr>
              <a:t>Bogotá · Premium · 20/09/2026 al 22/09/2026 · 8 personas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143000" y="2907792"/>
            <a:ext cx="7955280" cy="640080"/>
          </a:xfrm>
          <a:prstGeom prst="roundRect">
            <a:avLst>
              <a:gd name="adj" fmla="val 7143"/>
            </a:avLst>
          </a:prstGeom>
          <a:solidFill>
            <a:srgbClr val="EAF7F2"/>
          </a:solidFill>
          <a:ln w="12700">
            <a:solidFill>
              <a:srgbClr val="B7E4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090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D78"/>
                </a:solidFill>
              </a:rPr>
              <a:t>Disponible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3099816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B53"/>
                </a:solidFill>
              </a:rPr>
              <a:t>Hay habitaciones para las fechas seleccionadas.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43000" y="3867912"/>
            <a:ext cx="182880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4023360"/>
            <a:ext cx="1609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B7C93"/>
                </a:solidFill>
              </a:rPr>
              <a:t>Habitaciones requeridas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252728" y="438912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72968" y="3867912"/>
            <a:ext cx="182880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4023360"/>
            <a:ext cx="1609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B7C93"/>
                </a:solidFill>
              </a:rPr>
              <a:t>Habitaciones disponibles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3282696" y="438912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18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02936" y="3867912"/>
            <a:ext cx="182880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4023360"/>
            <a:ext cx="1609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B7C93"/>
                </a:solidFill>
              </a:rPr>
              <a:t>Capacidad por habitación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312664" y="438912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6 personas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32904" y="3867912"/>
            <a:ext cx="182880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42632" y="4023360"/>
            <a:ext cx="1609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B7C93"/>
                </a:solidFill>
              </a:rPr>
              <a:t>Temporada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7342632" y="438912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Alta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3000" y="5148072"/>
            <a:ext cx="7955280" cy="749808"/>
          </a:xfrm>
          <a:prstGeom prst="roundRect">
            <a:avLst>
              <a:gd name="adj" fmla="val 6098"/>
            </a:avLst>
          </a:prstGeom>
          <a:solidFill>
            <a:srgbClr val="EEF5FF"/>
          </a:solidFill>
          <a:ln w="12700">
            <a:solidFill>
              <a:srgbClr val="BDD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5358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</a:rPr>
              <a:t>Valor estimado de la estadía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5303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F80ED"/>
                </a:solidFill>
              </a:rPr>
              <a:t>$ 1.280.000 COP</a:t>
            </a:r>
            <a:endParaRPr lang="en-US" sz="1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pensado para el usuario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1440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mockup se diseñó pensando en un proceso corto y fácil de entender.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2CCD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176272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27685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99032" y="21762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Ingresar datos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</a:rPr>
              <a:t>Sede, fechas, tipo de habitación y personas.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35808" y="2404872"/>
            <a:ext cx="274320" cy="365760"/>
          </a:xfrm>
          <a:prstGeom prst="chevron">
            <a:avLst/>
          </a:prstGeom>
          <a:solidFill>
            <a:srgbClr val="A7C8F5"/>
          </a:solidFill>
          <a:ln w="12700">
            <a:solidFill>
              <a:srgbClr val="A7C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01168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2CCD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2176272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27685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42232" y="21762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Consultar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</a:rPr>
              <a:t>El sistema revisa inventario y ocupación.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79008" y="2404872"/>
            <a:ext cx="274320" cy="365760"/>
          </a:xfrm>
          <a:prstGeom prst="chevron">
            <a:avLst/>
          </a:prstGeom>
          <a:solidFill>
            <a:srgbClr val="A7C8F5"/>
          </a:solidFill>
          <a:ln w="12700">
            <a:solidFill>
              <a:srgbClr val="A7C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01168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2CCD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36792" y="2176272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227685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85432" y="21762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Ver resultado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</a:rPr>
              <a:t>Muestra disponibilidad, habitaciones y tarifa.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22208" y="2404872"/>
            <a:ext cx="274320" cy="365760"/>
          </a:xfrm>
          <a:prstGeom prst="chevron">
            <a:avLst/>
          </a:prstGeom>
          <a:solidFill>
            <a:srgbClr val="A7C8F5"/>
          </a:solidFill>
          <a:ln w="12700">
            <a:solidFill>
              <a:srgbClr val="A7C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011680"/>
            <a:ext cx="22402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2CCD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79992" y="2176272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9992" y="227685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28632" y="21762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Siguiente etapa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9828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43B53"/>
                </a:solidFill>
              </a:rPr>
              <a:t>En el futuro se podría agregar el botón Reservar.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97280" y="3977640"/>
            <a:ext cx="9966960" cy="1097280"/>
          </a:xfrm>
          <a:prstGeom prst="roundRect">
            <a:avLst>
              <a:gd name="adj" fmla="val 3333"/>
            </a:avLst>
          </a:prstGeom>
          <a:solidFill>
            <a:srgbClr val="EEF5FF"/>
          </a:solidFill>
          <a:ln w="12700">
            <a:solidFill>
              <a:srgbClr val="BED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251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Nota del diseño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834640" y="4169664"/>
            <a:ext cx="75438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3B53"/>
                </a:solidFill>
              </a:rPr>
              <a:t>La prioridad del mockup fue mantener la consulta en una sola pantalla. Para la prueba me enfoqué en disponibilidad y cálculo de tarifa; el proceso de reserva puede agregarse después.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6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952CAF34-3130-4CF9-A598-1ED6A356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49" y="2019103"/>
            <a:ext cx="5210902" cy="28197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Panorámica</PresentationFormat>
  <Paragraphs>76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prueba técnica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 Sistema de Reservas de Hoteles</dc:title>
  <dc:subject>Mockup inicial - Sistema de reservas de hoteles</dc:subject>
  <dc:creator>Hugo Ardila</dc:creator>
  <cp:lastModifiedBy>Hug' Ardila</cp:lastModifiedBy>
  <cp:revision>2</cp:revision>
  <dcterms:created xsi:type="dcterms:W3CDTF">2026-09-18T23:54:02Z</dcterms:created>
  <dcterms:modified xsi:type="dcterms:W3CDTF">2026-09-18T23:55:19Z</dcterms:modified>
</cp:coreProperties>
</file>